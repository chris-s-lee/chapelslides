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4"/>
  </p:notesMasterIdLst>
  <p:sldIdLst>
    <p:sldId id="257" r:id="rId2"/>
    <p:sldId id="256" r:id="rId3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구역" id="{56C897D6-97FB-47EC-90CA-212C53A0F48C}">
          <p14:sldIdLst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C35"/>
    <a:srgbClr val="94292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33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2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3B6F0-A5EC-4282-950D-051392BF7826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E1ACB7-6CCB-404B-A4E2-990ADC7524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813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찬양 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5;g33a62ab84ca_0_215">
            <a:extLst>
              <a:ext uri="{FF2B5EF4-FFF2-40B4-BE49-F238E27FC236}">
                <a16:creationId xmlns:a16="http://schemas.microsoft.com/office/drawing/2014/main" id="{88149597-84A0-AC44-9FAA-A26BBDCA1079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dk1"/>
              </a:gs>
              <a:gs pos="75200">
                <a:srgbClr val="223415"/>
              </a:gs>
              <a:gs pos="100000">
                <a:srgbClr val="223415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39258" y="800100"/>
            <a:ext cx="16197943" cy="1258225"/>
          </a:xfrm>
        </p:spPr>
        <p:txBody>
          <a:bodyPr anchor="b">
            <a:noAutofit/>
          </a:bodyPr>
          <a:lstStyle>
            <a:lvl1pPr algn="r" defTabSz="137156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8000" kern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  <a:cs typeface="+mj-cs"/>
              </a:defRPr>
            </a:lvl1pPr>
          </a:lstStyle>
          <a:p>
            <a:r>
              <a:rPr lang="ko-KR" altLang="en-US" dirty="0"/>
              <a:t>한글 제목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AAF3C1-720E-6D36-646B-A9870DA830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8349" y="2247012"/>
            <a:ext cx="16249651" cy="1002374"/>
          </a:xfrm>
        </p:spPr>
        <p:txBody>
          <a:bodyPr anchor="t">
            <a:noAutofit/>
          </a:bodyPr>
          <a:lstStyle>
            <a:lvl1pPr marL="0" indent="0" algn="r" defTabSz="1371566" rtl="0" eaLnBrk="1" latinLnBrk="1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None/>
              <a:defRPr lang="ko-KR" altLang="en-US" sz="5400" kern="1200" dirty="0">
                <a:solidFill>
                  <a:schemeClr val="bg1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  <a:cs typeface="+mj-cs"/>
              </a:defRPr>
            </a:lvl1pPr>
            <a:lvl2pPr algn="r">
              <a:defRPr lang="ko-KR" altLang="en-US" sz="4800" kern="1200" dirty="0" smtClean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2pPr>
            <a:lvl3pPr algn="r">
              <a:defRPr lang="ko-KR" altLang="en-US" sz="4800" kern="1200" dirty="0" smtClean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3pPr>
            <a:lvl4pPr algn="r">
              <a:defRPr lang="ko-KR" altLang="en-US" sz="4800" kern="1200" dirty="0" smtClean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4pPr>
            <a:lvl5pPr algn="r">
              <a:defRPr lang="ko-KR" altLang="en-US" sz="4800" kern="1200" dirty="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5pPr>
          </a:lstStyle>
          <a:p>
            <a:pPr lvl="0"/>
            <a:r>
              <a:rPr lang="ko-KR" altLang="en-US" dirty="0"/>
              <a:t>영어 제목</a:t>
            </a:r>
          </a:p>
        </p:txBody>
      </p:sp>
      <p:cxnSp>
        <p:nvCxnSpPr>
          <p:cNvPr id="4" name="Straight Connector 7">
            <a:extLst>
              <a:ext uri="{FF2B5EF4-FFF2-40B4-BE49-F238E27FC236}">
                <a16:creationId xmlns:a16="http://schemas.microsoft.com/office/drawing/2014/main" id="{7E88B6EF-3000-DA84-1DB8-9FBD4BA78A86}"/>
              </a:ext>
            </a:extLst>
          </p:cNvPr>
          <p:cNvCxnSpPr>
            <a:cxnSpLocks/>
          </p:cNvCxnSpPr>
          <p:nvPr userDrawn="1"/>
        </p:nvCxnSpPr>
        <p:spPr>
          <a:xfrm>
            <a:off x="6961239" y="2058326"/>
            <a:ext cx="1132676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376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가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5;g33a62ab84ca_0_215">
            <a:extLst>
              <a:ext uri="{FF2B5EF4-FFF2-40B4-BE49-F238E27FC236}">
                <a16:creationId xmlns:a16="http://schemas.microsoft.com/office/drawing/2014/main" id="{2438C4D2-D1B3-86C4-C7E5-51AC8C2258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dk1"/>
              </a:gs>
              <a:gs pos="75200">
                <a:srgbClr val="223415"/>
              </a:gs>
              <a:gs pos="100000">
                <a:srgbClr val="223415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6082"/>
            <a:ext cx="18288000" cy="1764319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1371566" rtl="0" eaLnBrk="1" latinLnBrk="1" hangingPunct="1">
              <a:lnSpc>
                <a:spcPct val="95000"/>
              </a:lnSpc>
              <a:spcBef>
                <a:spcPct val="0"/>
              </a:spcBef>
              <a:buNone/>
              <a:defRPr lang="en-US" sz="7000" kern="1200" dirty="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  <a:cs typeface="+mj-cs"/>
              </a:defRPr>
            </a:lvl1pPr>
          </a:lstStyle>
          <a:p>
            <a:r>
              <a:rPr lang="ko-KR" altLang="en-US" dirty="0"/>
              <a:t>한국어 가사를 입력하세요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250173B-8379-85C2-D429-9F527D1651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71700"/>
            <a:ext cx="18288000" cy="1764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1371566" rtl="0" eaLnBrk="1" latinLnBrk="1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ko-KR" altLang="en-US" sz="3600" kern="1200" dirty="0">
                <a:ln w="0"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Cafe24 Ohsquare air Light" panose="02000300000000000000" pitchFamily="2" charset="-127"/>
                <a:ea typeface="Cafe24 Ohsquare air Light" panose="02000300000000000000" pitchFamily="2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영어 가사를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62735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크로마키 검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5;g33a62ab84ca_0_215">
            <a:extLst>
              <a:ext uri="{FF2B5EF4-FFF2-40B4-BE49-F238E27FC236}">
                <a16:creationId xmlns:a16="http://schemas.microsoft.com/office/drawing/2014/main" id="{2438C4D2-D1B3-86C4-C7E5-51AC8C2258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dk1"/>
              </a:gs>
              <a:gs pos="75200">
                <a:srgbClr val="223415"/>
              </a:gs>
              <a:gs pos="100000">
                <a:srgbClr val="223415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835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8546C9C-7706-4670-A9E8-4170792CCB8E}" type="datetimeFigureOut">
              <a:rPr lang="ko-KR" altLang="en-US" smtClean="0"/>
              <a:t>2026-05-13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/>
          <a:lstStyle/>
          <a:p>
            <a:fld id="{9339024C-F0DF-4152-9EE7-A7A32A924584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4B303F-A1EC-2535-2D91-28506161A3B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897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800100"/>
            <a:ext cx="16687800" cy="1123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191206"/>
            <a:ext cx="16687800" cy="7295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82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2" r:id="rId2"/>
    <p:sldLayoutId id="2147483676" r:id="rId3"/>
    <p:sldLayoutId id="2147483663" r:id="rId4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ea"/>
          <a:ea typeface="+mj-ea"/>
          <a:cs typeface="KoPubWorld돋움체 Bold" panose="00000800000000000000" pitchFamily="2" charset="-127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ea"/>
          <a:ea typeface="+mn-ea"/>
          <a:cs typeface="KoPubWorld돋움체 Light" panose="00000300000000000000" pitchFamily="2" charset="-127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ea"/>
          <a:ea typeface="+mn-ea"/>
          <a:cs typeface="KoPubWorld돋움체 Light" panose="00000300000000000000" pitchFamily="2" charset="-127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ea"/>
          <a:ea typeface="+mn-ea"/>
          <a:cs typeface="KoPubWorld돋움체 Light" panose="00000300000000000000" pitchFamily="2" charset="-127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ea"/>
          <a:ea typeface="+mn-ea"/>
          <a:cs typeface="KoPubWorld돋움체 Light" panose="00000300000000000000" pitchFamily="2" charset="-127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ea"/>
          <a:ea typeface="+mn-ea"/>
          <a:cs typeface="KoPubWorld돋움체 Light" panose="00000300000000000000" pitchFamily="2" charset="-127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  <p15:guide id="3" orient="horz" pos="504" userDrawn="1">
          <p15:clr>
            <a:srgbClr val="F26B43"/>
          </p15:clr>
        </p15:guide>
        <p15:guide id="4" orient="horz" pos="5976" userDrawn="1">
          <p15:clr>
            <a:srgbClr val="F26B43"/>
          </p15:clr>
        </p15:guide>
        <p15:guide id="5" pos="504" userDrawn="1">
          <p15:clr>
            <a:srgbClr val="F26B43"/>
          </p15:clr>
        </p15:guide>
        <p15:guide id="6" pos="11016" userDrawn="1">
          <p15:clr>
            <a:srgbClr val="F26B43"/>
          </p15:clr>
        </p15:guide>
        <p15:guide id="8" orient="horz" pos="1224" userDrawn="1">
          <p15:clr>
            <a:srgbClr val="F26B43"/>
          </p15:clr>
        </p15:guide>
        <p15:guide id="9" orient="horz" pos="1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B4ADDF3-555E-699F-988B-7F962FE0D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시편 </a:t>
            </a:r>
            <a:r>
              <a:rPr lang="en-US" altLang="ko-KR" dirty="0"/>
              <a:t>139</a:t>
            </a:r>
            <a:r>
              <a:rPr lang="ko-KR" altLang="en-US" dirty="0"/>
              <a:t>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4AAD3E-EAA2-2F55-A0BF-C01DD99756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Psalm 139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0247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E242B72-E525-C897-242F-894F3477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6000" dirty="0"/>
              <a:t>나보다 나를 잘 아시는 주님</a:t>
            </a:r>
            <a:br>
              <a:rPr lang="ko-KR" altLang="en-US" sz="6000" dirty="0"/>
            </a:br>
            <a:r>
              <a:rPr lang="ko-KR" altLang="en-US" sz="6000" dirty="0"/>
              <a:t>내가 주를 떠나 어디로 가겠나이까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7D263CC-5E1A-82CA-6100-14B3A87A8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O Lord, You have searched me, and You know me</a:t>
            </a:r>
          </a:p>
          <a:p>
            <a:r>
              <a:rPr lang="en-US" altLang="ko-KR" dirty="0"/>
              <a:t>Where can I go from Your spirit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327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프리젠테이션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50000"/>
            <a:lumOff val="50000"/>
          </a:schemeClr>
        </a:solidFill>
        <a:ln>
          <a:noFill/>
        </a:ln>
      </a:spPr>
      <a:bodyPr rtlCol="0" anchor="ctr"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35</Words>
  <Application>Microsoft Office PowerPoint</Application>
  <PresentationFormat>사용자 지정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Cafe24 Ohsquare air Light</vt:lpstr>
      <vt:lpstr>맑은 고딕</vt:lpstr>
      <vt:lpstr>에스코어 드림 5 Medium</vt:lpstr>
      <vt:lpstr>에스코어 드림 9 Black</vt:lpstr>
      <vt:lpstr>프리젠테이션 4 Regular</vt:lpstr>
      <vt:lpstr>프리젠테이션 7 Bold</vt:lpstr>
      <vt:lpstr>Arial</vt:lpstr>
      <vt:lpstr>Playfair Display</vt:lpstr>
      <vt:lpstr>Office 테마</vt:lpstr>
      <vt:lpstr>시편 139편</vt:lpstr>
      <vt:lpstr>나보다 나를 잘 아시는 주님 내가 주를 떠나 어디로 가겠나이까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Lee</dc:creator>
  <cp:lastModifiedBy>qfo</cp:lastModifiedBy>
  <cp:revision>114</cp:revision>
  <dcterms:created xsi:type="dcterms:W3CDTF">2025-02-27T12:56:46Z</dcterms:created>
  <dcterms:modified xsi:type="dcterms:W3CDTF">2026-05-13T14:49:14Z</dcterms:modified>
</cp:coreProperties>
</file>