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9" r:id="rId1"/>
  </p:sldMasterIdLst>
  <p:notesMasterIdLst>
    <p:notesMasterId r:id="rId7"/>
  </p:notesMasterIdLst>
  <p:sldIdLst>
    <p:sldId id="2900" r:id="rId2"/>
    <p:sldId id="2901" r:id="rId3"/>
    <p:sldId id="2950" r:id="rId4"/>
    <p:sldId id="2907" r:id="rId5"/>
    <p:sldId id="2939" r:id="rId6"/>
  </p:sldIdLst>
  <p:sldSz cx="18288000" cy="10287000"/>
  <p:notesSz cx="6858000" cy="9144000"/>
  <p:embeddedFontLst>
    <p:embeddedFont>
      <p:font typeface="Cafe24 Ohsquare air Light" panose="02000300000000000000" pitchFamily="2" charset="-127"/>
      <p:regular r:id="rId8"/>
    </p:embeddedFont>
    <p:embeddedFont>
      <p:font typeface="KoPubWorld바탕체 Bold" panose="00000800000000000000" pitchFamily="2" charset="-127"/>
      <p:bold r:id="rId9"/>
    </p:embeddedFont>
    <p:embeddedFont>
      <p:font typeface="KoPubWorld바탕체 Light" panose="00000300000000000000" pitchFamily="2" charset="-127"/>
      <p:regular r:id="rId10"/>
    </p:embeddedFont>
    <p:embeddedFont>
      <p:font typeface="KoPubWorld바탕체 Medium" panose="00000600000000000000" pitchFamily="2" charset="-127"/>
      <p:regular r:id="rId11"/>
    </p:embeddedFont>
    <p:embeddedFont>
      <p:font typeface="Playfair Display" pitchFamily="2" charset="0"/>
      <p:regular r:id="rId12"/>
      <p:bold r:id="rId13"/>
      <p:italic r:id="rId14"/>
      <p:boldItalic r:id="rId15"/>
    </p:embeddedFont>
    <p:embeddedFont>
      <p:font typeface="맑은 고딕" panose="020B0503020000020004" pitchFamily="50" charset="-127"/>
      <p:regular r:id="rId16"/>
      <p:bold r:id="rId17"/>
    </p:embeddedFont>
    <p:embeddedFont>
      <p:font typeface="페이퍼로지 4 Regular" pitchFamily="2" charset="-127"/>
      <p:regular r:id="rId18"/>
    </p:embeddedFont>
    <p:embeddedFont>
      <p:font typeface="페이퍼로지 5 Medium" pitchFamily="2" charset="-127"/>
      <p:regular r:id="rId19"/>
    </p:embeddedFont>
    <p:embeddedFont>
      <p:font typeface="페이퍼로지 7 Bold" pitchFamily="2" charset="-127"/>
      <p:bold r:id="rId20"/>
    </p:embeddedFont>
    <p:embeddedFont>
      <p:font typeface="평창체 Bold" panose="020B0803000000000000" pitchFamily="50" charset="-127"/>
      <p:bold r:id="rId21"/>
    </p:embeddedFont>
    <p:embeddedFont>
      <p:font typeface="평창체 Regular" panose="02000503000000000000" pitchFamily="2" charset="-127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이 산지를 내게 주소서" id="{D118F2E7-48C2-4035-BFA7-385B899324A6}">
          <p14:sldIdLst>
            <p14:sldId id="2900"/>
          </p14:sldIdLst>
        </p14:section>
        <p14:section name="V" id="{3A4AF839-25C3-4A60-A891-4551B9EDA54B}">
          <p14:sldIdLst>
            <p14:sldId id="2901"/>
            <p14:sldId id="2950"/>
            <p14:sldId id="2907"/>
            <p14:sldId id="29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923"/>
    <a:srgbClr val="AF8A75"/>
    <a:srgbClr val="B99885"/>
    <a:srgbClr val="CF3C35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3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970" y="55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" d="100"/>
        <a:sy n="20" d="100"/>
      </p:scale>
      <p:origin x="0" y="-6036"/>
    </p:cViewPr>
  </p:sorterViewPr>
  <p:notesViewPr>
    <p:cSldViewPr snapToGrid="0" showGuides="1">
      <p:cViewPr varScale="1">
        <p:scale>
          <a:sx n="66" d="100"/>
          <a:sy n="66" d="100"/>
        </p:scale>
        <p:origin x="2853" y="6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3B6F0-A5EC-4282-950D-051392BF7826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1ACB7-6CCB-404B-A4E2-990ADC75242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2813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찬양 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39258" y="800100"/>
            <a:ext cx="16197943" cy="1258225"/>
          </a:xfrm>
        </p:spPr>
        <p:txBody>
          <a:bodyPr anchor="b">
            <a:noAutofit/>
          </a:bodyPr>
          <a:lstStyle>
            <a:lvl1pPr algn="r" defTabSz="137156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8400" kern="1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+mj-cs"/>
              </a:defRPr>
            </a:lvl1pPr>
          </a:lstStyle>
          <a:p>
            <a:r>
              <a:rPr lang="ko-KR" altLang="en-US" dirty="0"/>
              <a:t>한글 제목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AAF3C1-720E-6D36-646B-A9870DA830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8349" y="2247012"/>
            <a:ext cx="16249651" cy="1002374"/>
          </a:xfrm>
        </p:spPr>
        <p:txBody>
          <a:bodyPr anchor="t">
            <a:noAutofit/>
          </a:bodyPr>
          <a:lstStyle>
            <a:lvl1pPr marL="0" indent="0" algn="r" defTabSz="1371566" rtl="0" eaLnBrk="1" latinLnBrk="1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lang="ko-KR" altLang="en-US" sz="5400" kern="12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+mj-cs"/>
              </a:defRPr>
            </a:lvl1pPr>
            <a:lvl2pPr algn="r">
              <a:defRPr lang="ko-KR" altLang="en-US" sz="4800" kern="1200" dirty="0" smtClean="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2pPr>
            <a:lvl3pPr algn="r">
              <a:defRPr lang="ko-KR" altLang="en-US" sz="4800" kern="1200" dirty="0" smtClean="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3pPr>
            <a:lvl4pPr algn="r">
              <a:defRPr lang="ko-KR" altLang="en-US" sz="4800" kern="1200" dirty="0" smtClean="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4pPr>
            <a:lvl5pPr algn="r">
              <a:defRPr lang="ko-KR" altLang="en-US" sz="4800" kern="1200" dirty="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5pPr>
          </a:lstStyle>
          <a:p>
            <a:pPr lvl="0"/>
            <a:r>
              <a:rPr lang="ko-KR" altLang="en-US" dirty="0"/>
              <a:t>영어 제목</a:t>
            </a:r>
          </a:p>
        </p:txBody>
      </p:sp>
      <p:cxnSp>
        <p:nvCxnSpPr>
          <p:cNvPr id="4" name="Straight Connector 7">
            <a:extLst>
              <a:ext uri="{FF2B5EF4-FFF2-40B4-BE49-F238E27FC236}">
                <a16:creationId xmlns:a16="http://schemas.microsoft.com/office/drawing/2014/main" id="{7E88B6EF-3000-DA84-1DB8-9FBD4BA78A86}"/>
              </a:ext>
            </a:extLst>
          </p:cNvPr>
          <p:cNvCxnSpPr>
            <a:cxnSpLocks/>
          </p:cNvCxnSpPr>
          <p:nvPr userDrawn="1"/>
        </p:nvCxnSpPr>
        <p:spPr>
          <a:xfrm>
            <a:off x="6961239" y="2058326"/>
            <a:ext cx="11326761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376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가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6082"/>
            <a:ext cx="18288000" cy="204371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 defTabSz="1371566" rtl="0" eaLnBrk="1" latinLnBrk="1" hangingPunct="1">
              <a:lnSpc>
                <a:spcPct val="95000"/>
              </a:lnSpc>
              <a:spcBef>
                <a:spcPct val="0"/>
              </a:spcBef>
              <a:buNone/>
              <a:defRPr lang="en-US" sz="7200" kern="1200" spc="470" baseline="0" dirty="0">
                <a:ln w="0"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+mj-cs"/>
              </a:defRPr>
            </a:lvl1pPr>
          </a:lstStyle>
          <a:p>
            <a:r>
              <a:rPr lang="ko-KR" altLang="en-US" dirty="0"/>
              <a:t>한국어 가사를 입력하세요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8546C9C-7706-4670-A9E8-4170792CCB8E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339024C-F0DF-4152-9EE7-A7A32A924584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250173B-8379-85C2-D429-9F527D1651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315438"/>
            <a:ext cx="18288000" cy="1764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1371566" rtl="0" eaLnBrk="1" latinLnBrk="1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ko-KR" altLang="en-US" sz="4000" kern="1200" dirty="0">
                <a:ln w="0"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+mj-cs"/>
              </a:defRPr>
            </a:lvl1pPr>
          </a:lstStyle>
          <a:p>
            <a:pPr lvl="0"/>
            <a:r>
              <a:rPr lang="ko-KR" altLang="en-US" dirty="0"/>
              <a:t>영어 가사를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627350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영어가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6082"/>
            <a:ext cx="18288000" cy="1764319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 defTabSz="1371566" rtl="0" eaLnBrk="1" latinLnBrk="1" hangingPunct="1">
              <a:lnSpc>
                <a:spcPct val="95000"/>
              </a:lnSpc>
              <a:spcBef>
                <a:spcPct val="0"/>
              </a:spcBef>
              <a:buNone/>
              <a:defRPr lang="en-US" sz="6600" b="1" kern="1200" dirty="0">
                <a:ln w="0"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+mj-cs"/>
              </a:defRPr>
            </a:lvl1pPr>
          </a:lstStyle>
          <a:p>
            <a:r>
              <a:rPr lang="en-US" altLang="ko-KR" dirty="0"/>
              <a:t>English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8546C9C-7706-4670-A9E8-4170792CCB8E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339024C-F0DF-4152-9EE7-A7A32A9245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4459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크로마키 검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8546C9C-7706-4670-A9E8-4170792CCB8E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339024C-F0DF-4152-9EE7-A7A32A9245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383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8546C9C-7706-4670-A9E8-4170792CCB8E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339024C-F0DF-4152-9EE7-A7A32A924584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4B303F-A1EC-2535-2D91-28506161A3B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897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말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5098A-8E46-5FE9-B3C6-852417DEF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0476" y="1347324"/>
            <a:ext cx="4347048" cy="694746"/>
          </a:xfrm>
        </p:spPr>
        <p:txBody>
          <a:bodyPr bIns="91440" anchor="b">
            <a:normAutofit/>
          </a:bodyPr>
          <a:lstStyle>
            <a:lvl1pPr marL="0" indent="0" algn="ctr" defTabSz="1371600" rtl="0" eaLnBrk="1" latinLnBrk="1" hangingPunct="1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None/>
              <a:defRPr lang="ko-KR" altLang="en-US" sz="2700" kern="1200" dirty="0">
                <a:solidFill>
                  <a:srgbClr val="171A35"/>
                </a:solidFill>
                <a:latin typeface="KoPubWorld바탕체 Bold" panose="00000800000000000000" pitchFamily="2" charset="-127"/>
                <a:ea typeface="KoPubWorld바탕체 Bold" panose="00000800000000000000" pitchFamily="2" charset="-127"/>
                <a:cs typeface="KoPubWorld바탕체 Bold" panose="00000800000000000000" pitchFamily="2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F8DAF8-C01C-A461-3F24-6359016A7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0" y="6219437"/>
            <a:ext cx="13716000" cy="2536391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ko-KR" altLang="en-US" sz="3600" kern="1200" dirty="0">
                <a:solidFill>
                  <a:srgbClr val="171A35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KoPubWorld바탕체 Light" panose="00000300000000000000" pitchFamily="2" charset="-127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ko-KR" altLang="en-US" dirty="0"/>
              <a:t>영어 구절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A5055CB-C2A8-3E47-D9F7-D715A12954E0}"/>
              </a:ext>
            </a:extLst>
          </p:cNvPr>
          <p:cNvSpPr/>
          <p:nvPr/>
        </p:nvSpPr>
        <p:spPr>
          <a:xfrm>
            <a:off x="5901867" y="1347324"/>
            <a:ext cx="6484267" cy="694746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171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 latinLnBrk="1"/>
            <a:endParaRPr lang="ko-KR" altLang="en-US" sz="4800" dirty="0">
              <a:solidFill>
                <a:prstClr val="white"/>
              </a:solidFill>
              <a:latin typeface="KoPubWorld바탕체 Light" panose="00000300000000000000" pitchFamily="2" charset="-127"/>
              <a:ea typeface="KoPubWorld바탕체 Light" panose="00000300000000000000" pitchFamily="2" charset="-127"/>
              <a:cs typeface="KoPubWorld바탕체 Light" panose="00000300000000000000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1C4B31C-932A-8BBF-2946-128C42BE25A1}"/>
              </a:ext>
            </a:extLst>
          </p:cNvPr>
          <p:cNvSpPr/>
          <p:nvPr/>
        </p:nvSpPr>
        <p:spPr>
          <a:xfrm flipH="1" flipV="1">
            <a:off x="6288934" y="1656440"/>
            <a:ext cx="91440" cy="91440"/>
          </a:xfrm>
          <a:prstGeom prst="ellipse">
            <a:avLst/>
          </a:prstGeom>
          <a:solidFill>
            <a:srgbClr val="171A35"/>
          </a:solidFill>
          <a:ln>
            <a:solidFill>
              <a:srgbClr val="171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 latinLnBrk="1"/>
            <a:endParaRPr lang="ko-KR" altLang="en-US" sz="2700" dirty="0">
              <a:solidFill>
                <a:prstClr val="white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96C571D-5A7D-9568-AC31-E60756CBE638}"/>
              </a:ext>
            </a:extLst>
          </p:cNvPr>
          <p:cNvSpPr/>
          <p:nvPr/>
        </p:nvSpPr>
        <p:spPr>
          <a:xfrm flipH="1" flipV="1">
            <a:off x="11886104" y="1656440"/>
            <a:ext cx="91440" cy="91440"/>
          </a:xfrm>
          <a:prstGeom prst="ellipse">
            <a:avLst/>
          </a:prstGeom>
          <a:solidFill>
            <a:srgbClr val="171A35"/>
          </a:solidFill>
          <a:ln>
            <a:solidFill>
              <a:srgbClr val="171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 latinLnBrk="1"/>
            <a:endParaRPr lang="ko-KR" altLang="en-US" sz="2700" dirty="0">
              <a:solidFill>
                <a:prstClr val="white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D81EA77C-8428-9C57-EE6A-C5578683808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285999" y="2700192"/>
            <a:ext cx="13715993" cy="3478989"/>
          </a:xfrm>
        </p:spPr>
        <p:txBody>
          <a:bodyPr anchor="t">
            <a:noAutofit/>
          </a:bodyPr>
          <a:lstStyle>
            <a:lvl1pPr marL="0" indent="0" algn="l" defTabSz="1371600" rtl="0" eaLnBrk="1" latinLnBrk="1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lang="ko-KR" altLang="en-US" sz="4800" kern="1200" dirty="0">
                <a:solidFill>
                  <a:srgbClr val="171A35"/>
                </a:solidFill>
                <a:latin typeface="KoPubWorld바탕체 Medium" panose="00000600000000000000" pitchFamily="2" charset="-127"/>
                <a:ea typeface="KoPubWorld바탕체 Medium" panose="00000600000000000000" pitchFamily="2" charset="-127"/>
                <a:cs typeface="KoPubWorld바탕체 Medium" panose="00000600000000000000" pitchFamily="2" charset="-127"/>
              </a:defRPr>
            </a:lvl1pPr>
            <a:lvl2pPr marL="0" indent="0" algn="ctr" defTabSz="1371600" rtl="0" eaLnBrk="1" latinLnBrk="1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lang="ko-KR" altLang="en-US" sz="3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1371600" rtl="0" eaLnBrk="1" latinLnBrk="1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lang="ko-KR" altLang="en-US" sz="3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1371600" rtl="0" eaLnBrk="1" latinLnBrk="1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lang="ko-KR" altLang="en-US" sz="3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1371600" rtl="0" eaLnBrk="1" latinLnBrk="1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lang="ko-KR" alt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1371600" rtl="0" eaLnBrk="1" latinLnBrk="1" hangingPunct="1">
              <a:lnSpc>
                <a:spcPct val="80000"/>
              </a:lnSpc>
              <a:spcBef>
                <a:spcPts val="1500"/>
              </a:spcBef>
              <a:buFont typeface="Arial" panose="020B0604020202020204" pitchFamily="34" charset="0"/>
              <a:buNone/>
              <a:defRPr/>
            </a:pPr>
            <a:r>
              <a:rPr lang="ko-KR" altLang="en-US" dirty="0"/>
              <a:t>한글 구절</a:t>
            </a:r>
          </a:p>
        </p:txBody>
      </p:sp>
    </p:spTree>
    <p:extLst>
      <p:ext uri="{BB962C8B-B14F-4D97-AF65-F5344CB8AC3E}">
        <p14:creationId xmlns:p14="http://schemas.microsoft.com/office/powerpoint/2010/main" val="7925460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2EA9E9-5663-1DD5-ED87-F50F359C7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FED64C-0FB7-48B7-BB78-5FF51805B4DA}" type="datetimeFigureOut">
              <a:rPr lang="ko-KR" altLang="en-US" smtClean="0"/>
              <a:pPr/>
              <a:t>2026-05-15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F41381-BC5D-C861-E7B7-874D02B1E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CA2A5C-5FB2-132C-5B65-DA531B1D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A40E2F-36C1-4662-A8AD-1CEBD59DA71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55906551-4278-93F2-CB1F-CC7BC295D9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300" y="204790"/>
            <a:ext cx="15773400" cy="1200329"/>
          </a:xfrm>
          <a:noFill/>
        </p:spPr>
        <p:txBody>
          <a:bodyPr wrap="square" rtlCol="0" anchor="t">
            <a:spAutoFit/>
          </a:bodyPr>
          <a:lstStyle>
            <a:lvl1pPr algn="ctr" defTabSz="121917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kumimoji="0" lang="ko-KR" altLang="en-US" sz="7200" b="0" i="0" u="none" strike="noStrike" kern="1200" cap="none" spc="-200" normalizeH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defRPr>
            </a:lvl1pPr>
          </a:lstStyle>
          <a:p>
            <a: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70331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CC09A6-94E5-A0DF-0385-DFE5B6788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EA11B7-5D0B-5099-CF91-CE99DBA73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0BD7C4-33FA-040F-DBC4-7736E7A3C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B150F-7788-4505-9472-2E432501270F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B49533-885C-366D-78E4-BA6DEFE0C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1F0A5B-0522-3CA4-B5A7-406674E47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4672C-DE81-42BE-8265-8A9CF8929251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Google Shape;85;g33a62ab84ca_0_215">
            <a:extLst>
              <a:ext uri="{FF2B5EF4-FFF2-40B4-BE49-F238E27FC236}">
                <a16:creationId xmlns:a16="http://schemas.microsoft.com/office/drawing/2014/main" id="{88149597-84A0-AC44-9FAA-A26BBDCA1079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chemeClr val="dk1"/>
              </a:gs>
              <a:gs pos="75200">
                <a:srgbClr val="223415"/>
              </a:gs>
              <a:gs pos="100000">
                <a:srgbClr val="223415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71193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2" r:id="rId2"/>
    <p:sldLayoutId id="2147483677" r:id="rId3"/>
    <p:sldLayoutId id="2147483676" r:id="rId4"/>
    <p:sldLayoutId id="2147483663" r:id="rId5"/>
    <p:sldLayoutId id="2147483685" r:id="rId6"/>
    <p:sldLayoutId id="2147483694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F368-8A1F-8C38-4E1B-9A26FF968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46E2D2A-DAC8-AABE-18FE-C476E37C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이 산지를 내게 주소서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11A7BC7-EE23-CE98-E04C-42A6A7F508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Give Me This Hill Country</a:t>
            </a:r>
          </a:p>
        </p:txBody>
      </p:sp>
    </p:spTree>
    <p:extLst>
      <p:ext uri="{BB962C8B-B14F-4D97-AF65-F5344CB8AC3E}">
        <p14:creationId xmlns:p14="http://schemas.microsoft.com/office/powerpoint/2010/main" val="4057489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58E8C-92BC-CA58-6548-14DF9C63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240421-11E6-430A-3EB0-B2F31FE4A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6082"/>
            <a:ext cx="18288000" cy="2197525"/>
          </a:xfrm>
          <a:noFill/>
        </p:spPr>
        <p:txBody>
          <a:bodyPr vert="horz" wrap="square" lIns="91439" tIns="45720" rIns="91439" bIns="45720" rtlCol="0" anchor="t">
            <a:spAutoFit/>
          </a:bodyPr>
          <a:lstStyle/>
          <a:p>
            <a:r>
              <a:rPr lang="ko-KR" altLang="en-US" b="0" i="0" dirty="0">
                <a:effectLst/>
                <a:latin typeface="Arial" panose="020B0604020202020204" pitchFamily="34" charset="0"/>
              </a:rPr>
              <a:t>주님이 주신 땅으로</a:t>
            </a:r>
            <a:br>
              <a:rPr lang="en-US" altLang="ko-KR" dirty="0">
                <a:latin typeface="Arial" panose="020B0604020202020204" pitchFamily="34" charset="0"/>
              </a:rPr>
            </a:br>
            <a:r>
              <a:rPr lang="ko-KR" altLang="en-US" b="0" i="0" dirty="0">
                <a:effectLst/>
                <a:latin typeface="Arial" panose="020B0604020202020204" pitchFamily="34" charset="0"/>
              </a:rPr>
              <a:t>한 걸음씩 나아갈 때에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0FC7C0E-0C43-03C3-4890-6E8152CF6F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b="0" i="0" dirty="0">
                <a:effectLst/>
              </a:rPr>
              <a:t>when I walk step by step toward</a:t>
            </a:r>
          </a:p>
          <a:p>
            <a:r>
              <a:rPr lang="en-US" altLang="ko-KR" b="0" i="0" dirty="0">
                <a:effectLst/>
              </a:rPr>
              <a:t>The land that Lord gave me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40912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B897B-488B-7B8C-4E56-2469622EC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75C001-D9CB-FF2D-A0BD-55092C9D3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6082"/>
            <a:ext cx="18288000" cy="2197525"/>
          </a:xfrm>
          <a:noFill/>
        </p:spPr>
        <p:txBody>
          <a:bodyPr vert="horz" wrap="square" lIns="91439" tIns="45720" rIns="91439" bIns="45720" rtlCol="0" anchor="t">
            <a:spAutoFit/>
          </a:bodyPr>
          <a:lstStyle/>
          <a:p>
            <a:r>
              <a:rPr lang="ko-KR" altLang="en-US" b="0" i="0" dirty="0">
                <a:effectLst/>
                <a:latin typeface="Arial" panose="020B0604020202020204" pitchFamily="34" charset="0"/>
              </a:rPr>
              <a:t>수 많은 적들과 견고한 성이</a:t>
            </a:r>
            <a:br>
              <a:rPr lang="en-US" altLang="ko-KR" b="0" i="0" dirty="0">
                <a:effectLst/>
                <a:latin typeface="Arial" panose="020B0604020202020204" pitchFamily="34" charset="0"/>
              </a:rPr>
            </a:br>
            <a:r>
              <a:rPr lang="ko-KR" altLang="en-US" b="0" i="0" dirty="0">
                <a:effectLst/>
                <a:latin typeface="Arial" panose="020B0604020202020204" pitchFamily="34" charset="0"/>
              </a:rPr>
              <a:t>나를 두렵게 하지만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FAA5B5B-B52F-D8B8-A149-C0BE79B7CD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b="0" i="0" dirty="0">
                <a:effectLst/>
              </a:rPr>
              <a:t>A large number of enemies </a:t>
            </a:r>
          </a:p>
          <a:p>
            <a:r>
              <a:rPr lang="en-US" altLang="ko-KR" b="0" i="0" dirty="0">
                <a:effectLst/>
              </a:rPr>
              <a:t>And fortified cities entangle me</a:t>
            </a:r>
          </a:p>
        </p:txBody>
      </p:sp>
    </p:spTree>
    <p:extLst>
      <p:ext uri="{BB962C8B-B14F-4D97-AF65-F5344CB8AC3E}">
        <p14:creationId xmlns:p14="http://schemas.microsoft.com/office/powerpoint/2010/main" val="356508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8EBF8-B9E8-2D8A-C891-106735942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4B12CE-1477-1626-9054-9BCA1552A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6082"/>
            <a:ext cx="18288000" cy="2197525"/>
          </a:xfrm>
          <a:noFill/>
        </p:spPr>
        <p:txBody>
          <a:bodyPr vert="horz" wrap="square" lIns="91439" tIns="45720" rIns="91439" bIns="45720" rtlCol="0" anchor="t">
            <a:spAutoFit/>
          </a:bodyPr>
          <a:lstStyle/>
          <a:p>
            <a:r>
              <a:rPr lang="ko-KR" altLang="en-US" b="0" i="0" dirty="0">
                <a:effectLst/>
                <a:latin typeface="Arial" panose="020B0604020202020204" pitchFamily="34" charset="0"/>
              </a:rPr>
              <a:t>주님을 신뢰함으로</a:t>
            </a:r>
            <a:br>
              <a:rPr lang="en-US" altLang="ko-KR" b="0" i="0" dirty="0">
                <a:effectLst/>
                <a:latin typeface="Arial" panose="020B0604020202020204" pitchFamily="34" charset="0"/>
              </a:rPr>
            </a:br>
            <a:r>
              <a:rPr lang="ko-KR" altLang="en-US" b="0" i="0" dirty="0">
                <a:effectLst/>
                <a:latin typeface="Arial" panose="020B0604020202020204" pitchFamily="34" charset="0"/>
              </a:rPr>
              <a:t>주님을 의지함으로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C7AEE41-75AB-670A-BE40-16EBA984D6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But by trusting my Lord</a:t>
            </a:r>
          </a:p>
          <a:p>
            <a:r>
              <a:rPr lang="en-US" altLang="ko-KR" b="1" dirty="0"/>
              <a:t>By relying on my Lord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96232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C253A-7A4D-9CBB-A78A-AAF0D7E6B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B83DDF-E10F-C893-4894-8F91D127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6082"/>
            <a:ext cx="18288000" cy="2197525"/>
          </a:xfrm>
          <a:noFill/>
        </p:spPr>
        <p:txBody>
          <a:bodyPr vert="horz" wrap="square" lIns="91439" tIns="45720" rIns="91439" bIns="45720" rtlCol="0" anchor="t">
            <a:spAutoFit/>
          </a:bodyPr>
          <a:lstStyle/>
          <a:p>
            <a:r>
              <a:rPr lang="ko-KR" altLang="en-US" b="0" i="0" dirty="0">
                <a:effectLst/>
                <a:latin typeface="Arial" panose="020B0604020202020204" pitchFamily="34" charset="0"/>
              </a:rPr>
              <a:t>주님이 주시는 담대함으로</a:t>
            </a:r>
            <a:br>
              <a:rPr lang="en-US" altLang="ko-KR" b="0" i="0" dirty="0">
                <a:effectLst/>
                <a:latin typeface="Arial" panose="020B0604020202020204" pitchFamily="34" charset="0"/>
              </a:rPr>
            </a:br>
            <a:r>
              <a:rPr lang="ko-KR" altLang="en-US" b="0" i="0" dirty="0">
                <a:effectLst/>
                <a:latin typeface="Arial" panose="020B0604020202020204" pitchFamily="34" charset="0"/>
              </a:rPr>
              <a:t>큰소리 외치며 나아가네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C333E4F-228A-5DCF-719C-3069B67B4C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By confidence that Lord gives me</a:t>
            </a:r>
          </a:p>
          <a:p>
            <a:r>
              <a:rPr lang="en-US" altLang="ko-KR" dirty="0"/>
              <a:t>I shall proceed with shouting loudly</a:t>
            </a:r>
          </a:p>
        </p:txBody>
      </p:sp>
    </p:spTree>
    <p:extLst>
      <p:ext uri="{BB962C8B-B14F-4D97-AF65-F5344CB8AC3E}">
        <p14:creationId xmlns:p14="http://schemas.microsoft.com/office/powerpoint/2010/main" val="165421041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에스코어-평창">
      <a:majorFont>
        <a:latin typeface="평창체 Bold"/>
        <a:ea typeface="에스코어 드림 6 Bold"/>
        <a:cs typeface=""/>
      </a:majorFont>
      <a:minorFont>
        <a:latin typeface="평창체 Regular"/>
        <a:ea typeface="에스코어 드림 4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2025.08.29-Chapel</Template>
  <TotalTime>3985</TotalTime>
  <Words>83</Words>
  <Application>Microsoft Office PowerPoint</Application>
  <PresentationFormat>사용자 지정</PresentationFormat>
  <Paragraphs>14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8" baseType="lpstr">
      <vt:lpstr>KoPubWorld바탕체 Light</vt:lpstr>
      <vt:lpstr>Playfair Display</vt:lpstr>
      <vt:lpstr>평창체 Regular</vt:lpstr>
      <vt:lpstr>페이퍼로지 5 Medium</vt:lpstr>
      <vt:lpstr>페이퍼로지 4 Regular</vt:lpstr>
      <vt:lpstr>페이퍼로지 7 Bold</vt:lpstr>
      <vt:lpstr>KoPubWorld바탕체 Bold</vt:lpstr>
      <vt:lpstr>Arial</vt:lpstr>
      <vt:lpstr>맑은 고딕</vt:lpstr>
      <vt:lpstr>Cafe24 Ohsquare air Light</vt:lpstr>
      <vt:lpstr>평창체 Bold</vt:lpstr>
      <vt:lpstr>KoPubWorld바탕체 Medium</vt:lpstr>
      <vt:lpstr>디자인 사용자 지정</vt:lpstr>
      <vt:lpstr>이 산지를 내게 주소서</vt:lpstr>
      <vt:lpstr>주님이 주신 땅으로 한 걸음씩 나아갈 때에</vt:lpstr>
      <vt:lpstr>수 많은 적들과 견고한 성이 나를 두렵게 하지만</vt:lpstr>
      <vt:lpstr>주님을 신뢰함으로 주님을 의지함으로</vt:lpstr>
      <vt:lpstr>주님이 주시는 담대함으로 큰소리 외치며 나아가네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qfo</cp:lastModifiedBy>
  <cp:revision>411</cp:revision>
  <dcterms:created xsi:type="dcterms:W3CDTF">2025-09-01T08:11:14Z</dcterms:created>
  <dcterms:modified xsi:type="dcterms:W3CDTF">2026-05-15T03:19:21Z</dcterms:modified>
</cp:coreProperties>
</file>